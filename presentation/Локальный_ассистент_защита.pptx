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Routing</c:v>
                  </c:pt>
                  <c:pt idx="1">
                    <c:v>ToolCall</c:v>
                  </c:pt>
                  <c:pt idx="2">
                    <c:v>TaskSucc</c:v>
                  </c:pt>
                  <c:pt idx="3">
                    <c:v>Autonomy</c:v>
                  </c:pt>
                  <c:pt idx="4">
                    <c:v>Verify</c:v>
                  </c:pt>
                  <c:pt idx="5">
                    <c:v>Confirm</c:v>
                  </c:pt>
                  <c:pt idx="6">
                    <c:v>Digest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91695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4F46E5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4206240"/>
            <a:ext cx="2194560" cy="21945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ЛОКАЛЬНЫЙ МУЛЬТИАГЕНТНЫЙ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личный ассистент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· Календарь · Память · Планирование · Дайджесты · Режим сна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система с инструментами, памятью, рефлексией и проверкой результата.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LLM (Qwen / llama.cpp) · FastAPI · React · Docker — запуск одной командой.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Teli   ·   github.com/leftbiceps/project-agents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 и цель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5029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календарь, заметки и планы разбросаны по разным приложениям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чат-бот не выполняет действия и не помнит контекст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= чужие серверы и приватные данные вовне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611880"/>
            <a:ext cx="91440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7581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4178808"/>
            <a:ext cx="5029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локальный ассистент, который реально ДЕЛАЕТ, а не только отвечает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на устройстве: данные и inference — локально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действия (tool calls) и проверяемый результат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25880"/>
            <a:ext cx="91440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47218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внутри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65392" y="1892808"/>
            <a:ext cx="48463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задач в стиле Jira + разбиение на чеклисты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календарь (события, свободные слоты, конфликты)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память пользователя (предпочтения, правила)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Свободное планирование целей по дням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Приоритизация: «что делать дальше?»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Утренний и вечерний дайджесты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«Сонная фея» — режим сна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Verifier — самопроверка результата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это именно агент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2240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ролей: Supervisor + профильные агенты с разными промптами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25880"/>
            <a:ext cx="91440" cy="2240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47218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53712" y="189280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запроса, планирование, приоритизация — не жёсткий if-then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325880"/>
            <a:ext cx="9144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47218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189280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проверяет полноту, Verifier — фактические изменения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91440" cy="22402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9534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04672" y="431596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память на диске, используется в планировании и приоритизации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749040"/>
            <a:ext cx="91440" cy="2240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389534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knowledge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53712" y="431596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Эвристики приоритизации, модель дня/слотов, база знаний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3749040"/>
            <a:ext cx="35844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3749040"/>
            <a:ext cx="91440" cy="2240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389534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Autonomy + Action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02752" y="4315968"/>
            <a:ext cx="31272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вызывает 39 инструментов; подтверждение лишь для необратимого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возможности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07008"/>
            <a:ext cx="9144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353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Задачи (Jira-style)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773936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Статусы, приоритеты, дедлайны, теги, проекты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207008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207008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353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Чеклисты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28232" y="1773936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цели на пункты-план, отметка прогресса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459736"/>
            <a:ext cx="9144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Календарь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3026664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События, недельный вид, свободные окна, конфликты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459736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459736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Память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28232" y="3026664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типов фактов: предпочтения, правила, контекст…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712464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712464"/>
            <a:ext cx="9144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858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Планирование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4672" y="4279392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→ задачи → распределение по свободным слотам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712464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712464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3858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Приоритизация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28232" y="4279392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 + альтернативы + объяснение + риски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965192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965192"/>
            <a:ext cx="91440" cy="1143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5111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Дайджесты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04672" y="553212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Утренний и вечерний обзор дня, сохраняются в storage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72200" y="4965192"/>
            <a:ext cx="5440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4965192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5111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Сонная фея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28232" y="553212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дня, перенос незавершённого, мягкий план утра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и ИТ-ландшафт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6B7280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Браузер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354580"/>
            <a:ext cx="4572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828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nginx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2354580"/>
            <a:ext cx="4572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8288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· агенты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0" y="2354580"/>
            <a:ext cx="4572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26880" y="1828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828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llama.cpp · Qwen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880360"/>
            <a:ext cx="0" cy="6858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35661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./data — JSON storage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./logs — agent.log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0" y="35661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./models — GGUF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07040" y="2880360"/>
            <a:ext cx="0" cy="6858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4663440"/>
            <a:ext cx="1109441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663440"/>
            <a:ext cx="91440" cy="1554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80974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Принцип архитектуры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4672" y="5230368"/>
            <a:ext cx="106372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только там, где нужна недетерминированность (reasoning, текст ответа)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Reflection, Verifier, scoring, поиск слотов, storage — детерминированный код (воспроизводимость)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данным и действиям — через typed tool layer (Pydantic); источник данных заменяем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и eval-runner работают поверх того же агента, а не отдельных веток логики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Жизненный цикл запроса /chat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07008" y="2011680"/>
            <a:ext cx="768096" cy="768096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0700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запроса профильному агенту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3472" y="239572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011680"/>
            <a:ext cx="768096" cy="7680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0156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вызывает инструменты (tool calls), меняет storage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28032" y="239572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96128" y="2011680"/>
            <a:ext cx="768096" cy="768096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9612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полнота: цель, конфликты, дедлайны, подтверждение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22592" y="239572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90688" y="2011680"/>
            <a:ext cx="768096" cy="7680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9068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292608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фактических изменений со storage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17152" y="239572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85248" y="2011680"/>
            <a:ext cx="768096" cy="768096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85248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326880" y="2926080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+ tool calls + reflection + verification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9441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754880"/>
            <a:ext cx="91440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90118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Прозрачность и логирование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4672" y="532180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пишется в logs/agent.log: запрос, агент, tool calls, изменения, reflection, verifier, ошибки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фронтенде видны вызовы инструментов и результаты Reflection / Verifier по каждому ответу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Ролевая модель: роль → модуль → метрика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931920"/>
                <a:gridCol w="35935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/ Router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agents/orchestrator.py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tools/task_tools.py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Success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tools/calendar_tools.py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Conflict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tools/planning_tools.py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Prioritization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tools/memory_tools.py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Usage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tools/digest_tools.py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Usefulness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Fairy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(sleep_fairy)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 shutdown-ritual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agents/reflection.py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Confirmation 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agents/verifier.py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Pass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Профильные агенты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 чеклисты: создать, статус, приоритет, дедлайн, разбить, прогресс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325880"/>
            <a:ext cx="91440" cy="1417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28232" y="18928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События, день/неделя, свободные слоты, проверка конфликтов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926080"/>
            <a:ext cx="91440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072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34930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→ задачи → длительность → распределение по дням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9260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926080"/>
            <a:ext cx="91440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072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28232" y="34930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рекомендация + 2–3 альтернативы + объяснение + риски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52628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4672" y="50932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Сохранение/поиск фактов; учёт при планировании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452628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452628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Digest + Sleep Fairy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28232" y="5093208"/>
            <a:ext cx="4983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Дайджесты дня; режим сна с переносом незавершённого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Самопроверка: Reflection + Verifier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3200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— ход и полнота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4983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Выполнена ли цель (вызваны ли инструменты)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инструментов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 в календаре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без дедлайна (для планирования)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ли подтверждение (необратимые действия)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Противоречия с памятью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325880"/>
            <a:ext cx="5440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325880"/>
            <a:ext cx="91440" cy="3200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Verifier — фактические изменения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55664" y="1892808"/>
            <a:ext cx="498348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реально создана/изменена в storage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 создано/удалено в календаре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создан и связан с задачей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Дайджест сохранён в data/digests.json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обновлена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passed + список проверок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9441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709160"/>
            <a:ext cx="9144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5546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детерминированно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527608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и Verifier — это код над списком tool calls и состоянием storage, а не ещё один LLM-вызов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проверки воспроизводим и не зависит от доступности модели — «изменения действительно применены»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layer — 39 инструментов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4480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Категории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310896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и чеклисты — 13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— 8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— 5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Дайджесты — 4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— 4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7315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25880"/>
            <a:ext cx="91440" cy="2148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47218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устроено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53712" y="1892808"/>
            <a:ext cx="68580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инструмент — функция с Pydantic-схемой входа/выхода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генерирует JSON-схемы для tool-calling LLM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входа → выполнение → нормализация выхода → лог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657600"/>
            <a:ext cx="7315200" cy="2148840"/>
          </a:xfrm>
          <a:prstGeom prst="rect">
            <a:avLst/>
          </a:prstGeom>
          <a:solidFill>
            <a:srgbClr val="10172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8404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create_task(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title="Подготовить презентацию",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priority="high", deadline="2026-06-22T18:00")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Task{ id, status: backlog, … }  ✓ создана в storage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и доступ к ним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749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(локально)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329184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checklists · events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digests · notes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история переписки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knowledge_base/*.md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logs/agent.log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325880"/>
            <a:ext cx="91440" cy="4480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4721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Уже промышленно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36592" y="1892808"/>
            <a:ext cx="301752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через typed tool layer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Атомарная запись (tmp + replace)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 через env / .env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 абстрагирован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через volume ./data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32588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325880"/>
            <a:ext cx="91440" cy="4480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14721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Пока не prod-grade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94192" y="1892808"/>
            <a:ext cx="301752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SSO / RBAC / secret manager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не реляционная БД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Лог-файл вместо платформы метрик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планировщика обновления данных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lexical, не vector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LLM-слой и локальный inference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4480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Единый адаптер провайдера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502920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local_openai — локальный llama.cpp + Qwen (GGUF)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— облако (опционально)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rule-based режим (демо без ключа)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ключ, модель — из env (без hardcode)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агенты ходят к LLM через этот адаптер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32588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325880"/>
            <a:ext cx="91440" cy="2148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Локальный запуск модели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55664" y="1892808"/>
            <a:ext cx="49834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(9B / 4B), квантизация Q6_K / Q4_K_M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server, OpenAI-совместимый API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монтируется из ./models (не качается сама)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365760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3657600"/>
            <a:ext cx="9144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3803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Скорость / надёжность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4224528"/>
            <a:ext cx="49834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CPU 4B заметно быстрее 9B; быстрый keyword-роутинг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включён флагом --jinja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в rule-based, если LLM недоступен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Локальный запуск через Docker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32004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→ nginx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проксирует /api на backend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25880"/>
            <a:ext cx="91440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14721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53712" y="1892808"/>
            <a:ext cx="32004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агенты, tools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в ./data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32588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325880"/>
            <a:ext cx="91440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11312" y="14721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1892808"/>
            <a:ext cx="32004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+ Qwen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из ./models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5486400" cy="2148840"/>
          </a:xfrm>
          <a:prstGeom prst="rect">
            <a:avLst/>
          </a:prstGeom>
          <a:solidFill>
            <a:srgbClr val="10172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8404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.env.example 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check-model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build &amp;&amp; make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одной командой: bash run.sh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5303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3657600"/>
            <a:ext cx="91440" cy="2148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38039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Инфраструктура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65392" y="4224528"/>
            <a:ext cx="48463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CPU-режим по умолчанию, GPU — make up-gpu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Healthchecks: /health и /health/llm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Persistent: ./data, ./logs; модель в ./models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 1 — большая задача → чеклист → календарь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EF1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</a:t>
            </a:r>
            <a:pPr indent="0" marL="0">
              <a:buNone/>
            </a:pPr>
            <a:r>
              <a:rPr lang="en-US" sz="14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«Мне нужно за следующую неделю подготовить презентацию. Разбей на шаги и запланируй.»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675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91440" cy="3566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569464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делает ассистент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990088"/>
            <a:ext cx="6217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Agent распознаёт ОДНУ цель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ОДНУ задачу + чеклист-план (собрать материалы, структура, черновик, ревью, финал)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свободные окна и ставит блок в календарь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 задача, чеклист и событие реально созданы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план реалистичен, без конфликтов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24231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2423160"/>
            <a:ext cx="91440" cy="3566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2569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показать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62672" y="2990088"/>
            <a:ext cx="37490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Задачу и чеклист (галочки)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в календаре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Раскрытые tool calls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/ Verifier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 2 — «Что мне делать дальше?»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EF1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</a:t>
            </a:r>
            <a:pPr indent="0" marL="0">
              <a:buNone/>
            </a:pPr>
            <a:r>
              <a:rPr lang="en-US" sz="14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мне сейчас делать дальше?»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675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91440" cy="3566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569464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делает ассистент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990088"/>
            <a:ext cx="6217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Agent смотрит задачи, дедлайны, календарь, память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 главную задачу и объясняет выбор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Предлагает 2–3 альтернативы и риски отсрочки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Переводит выбранную задачу в in_progress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24231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2423160"/>
            <a:ext cx="91440" cy="3566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2569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показать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62672" y="2990088"/>
            <a:ext cx="37490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задач до запроса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Рекомендацию + объяснение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статуса задачи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 3 — вечерний дайджест + Сонная фея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EEF1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</a:t>
            </a:r>
            <a:pPr indent="0" marL="0">
              <a:buNone/>
            </a:pPr>
            <a:r>
              <a:rPr lang="en-US" sz="14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«Закрой мой день и переведи меня в режим сна.»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6675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23160"/>
            <a:ext cx="91440" cy="3566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569464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делает ассистент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4672" y="2990088"/>
            <a:ext cx="62179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Agent собирает итоги дня (сделано / не сделано / события)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Fairy переносит незавершённое на завтра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мягкий план утра и ритуал завершения дня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 дайджест сохранён, задачи обновлены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242316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2423160"/>
            <a:ext cx="91440" cy="3566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662672" y="25694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показать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662672" y="2990088"/>
            <a:ext cx="37490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Вечерний дайджест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задач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 утро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data/digests.json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 — детерминированный baseline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37160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371600"/>
            <a:ext cx="3931920" cy="13716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1371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28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</a:t>
            </a:r>
            <a:endParaRPr lang="en-US" sz="1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0" y="292608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936992" y="30723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Conflict Rate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936992" y="3493008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(порог ≤ 0.34) — меньше = лучше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452628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0" y="4526280"/>
            <a:ext cx="91440" cy="13258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3"/>
          <p:cNvSpPr/>
          <p:nvPr/>
        </p:nvSpPr>
        <p:spPr>
          <a:xfrm>
            <a:off x="7936992" y="46725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936992" y="5093208"/>
            <a:ext cx="3474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hard-метрики прошли · soft 100% (мин 75%)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evals/eval.py --enforce-gate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на живом LLM (Qwen 4B, CPU)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4480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показал честный прогон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4983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100%, verification 100%, persistence — ок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Скорость: ~30–60 с на запрос (4B на CPU)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иногда не доводит многошаговое действие до конца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дайджеста раньше считала текст модели, а не сам дайджест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eval запускает тот же gate и на живом LLM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3258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325880"/>
            <a:ext cx="91440" cy="4480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улучшили по итогам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55664" y="1892808"/>
            <a:ext cx="4983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Safety-net: если LLM не довёл действие — код доделывает (чеклист/событие/расписание)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дайджеста — по сохранённому артефакту и по типу (утро/вечер)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Ретрай на 503 «Loading model»; backend не падает при ошибке LLM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eval применим для сравнения моделей: 4B vs 9B vs cloud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LLM ведёт диалог, детерминированный слой гарантирует выполнение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Тестирование и проверяемость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4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— все зелёные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270248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0248" y="1371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сценариев eval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7991856" y="13716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91856" y="1371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4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94415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83280"/>
            <a:ext cx="91440" cy="2651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52958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проверяется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4672" y="3950208"/>
            <a:ext cx="10637215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Детерминированные тесты: tools, scoring, verifier, reflection, storage round-trip, router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Eval-runner с порогами hard/soft и --enforce-gate (exit code для CI)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на каждом запросе подтверждает фактические изменения в storage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задача переживает docker compose down/up; история чата — после перезагрузки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Запуск: make eval   ·   make test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Соответствие критериям: статус и остаток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0584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закрыто / остаток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Агентность (роли, reasoning, reflection, memory)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агентов, prompts, reflection/verifier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Ролевая модель + системные промпты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роль→модуль→метрика, prompts.py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Архитектура + диаграммы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ARCHITECTURE.md, PlantUML,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tool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инструментов, Pydantic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 + quality gate + тесты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--enforce-gate, 26 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Локальный inference / запуск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91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run.sh, Qwen/llama.cpp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контур (SSO/RBAC/observability)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спроектировано, в плане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RAG / внешний MCP / скриншоты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18001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Ограничения и развитие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1094415" y="0"/>
            <a:ext cx="640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мультиагентный ассистент · защита проекта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91440" cy="4480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Текущие ограничения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4983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 / observability — не реализованы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storage, не vector DB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агентность зависит от tool-capable LLM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CPU локальная модель медленная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MCP-провайдеры — пока проектно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9632" y="13258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9632" y="1325880"/>
            <a:ext cx="91440" cy="4480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4721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Дорожная карта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55664" y="1892808"/>
            <a:ext cx="4983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Production-контур: SSO, RBAC, secret manager, метрики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Live-LLM benchmark (pass@k) для сравнения моделей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Реляционная БД + vector store для базы знаний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Online-метрики, latency tracing, дашборд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MCP-интеграция инструментов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54480"/>
            <a:ext cx="12191695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end-to-end мультиагентный ассистент: задачи, календарь, память, планирование, приоритизация, дайджесты, режим сна.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Прозрачные tool calls · детерминированные Reflection и Verifier · локальные данные и inference.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одной командой · quality gate PASSED · 26 тестов · полная документация.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1064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297680"/>
            <a:ext cx="91440" cy="1554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443984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— закрыто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864608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запускаются; чат создаёт задачи, чеклисты, события, память; дайджесты; «что дальше»; план недели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и Verifier возвращают результат проверки · 3 демо-сценария · docs (Architecture, Agents, Tools, Metrics, Overview)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github.com/leftbiceps/project-agents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Локальный мультиагентный личный ассистент</dc:title>
  <dc:subject>PptxGenJS Presentation</dc:subject>
  <dc:creator>Teli</dc:creator>
  <cp:lastModifiedBy>Teli</cp:lastModifiedBy>
  <cp:revision>1</cp:revision>
  <dcterms:created xsi:type="dcterms:W3CDTF">2026-06-15T20:54:45Z</dcterms:created>
  <dcterms:modified xsi:type="dcterms:W3CDTF">2026-06-15T20:54:45Z</dcterms:modified>
</cp:coreProperties>
</file>